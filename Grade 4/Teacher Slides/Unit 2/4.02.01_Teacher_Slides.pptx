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each problem in turn. First has zero carries, second has two, third has three -- point out that the ones-column-first procedure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each problem in turn. First has zero carries, second has two, third has three -- point out that the ones-column-first procedure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pattern is about carry COUNT growing, not about a new rule -- same stack-and-add-from-ones procedure handles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pattern is about carry COUNT growing, not about a new rule -- same stack-and-add-from-ones procedure handles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Last unit: reading, comparing, and rounding numbers. Today: a full written method for adding them.
Transition: "Let's see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Name the essential question. Today's answer: the carry is just place value's rule (ten of one place equals one of the next) built into a routine.
Transition: "Let's warm up adding smaller numbers you already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Answers: 498 (no carry), 405 (two carries), 4,245 (three carries). Today's algorithm handles all three the same way.
Transition: "Let's meet two real attendance numbers that need combining."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Most will estimate near 53,000. Let them predict which columns might carry before revealing the exact method.
Transition: "Let's notice and wonder about these two numbers."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Expect notices like 'both numbers are close to a round number' or wonders like 'which columns will carry?'
Transition: "Let's watch the ones column fill up with real discs."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
The discs make the carry a physical trade -- 10 ones discs become 1 tens disc -- not just a rule to memorize.
Transition: "Let's see every column of this problem laid out."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
Walk every column of 34,587 + 18,259 in order. Three carries total.
Transition: "Let's name the rule in three steps."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Name the three steps plainly -- this is the procedure every practice problem today will follow.
Transition: "Let's meet today's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All four terms are new this lesson -- the start of Unit 2's own vocabulary set.
Transition: "Let's add by place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Walk each column in order. Only one carry (ones -&gt; tens) in this example.
Transition: "Let's watch the whole crew solve a word problem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(4 min)
The bar shows two parts joining into an unknown whole -- that's the visual cue for addition in a word problem.
Transition: "Let's catch a mistake in someone else's carry."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This is a sneaky error -- close enough to the estimate that only redoing the columns catches it.
Transition: "Your turn -- add 38,547 + 24,968."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Estimate: 39,000+25,000=64,000. Exact: 38,547+24,968=63,515 -- three carries (ones, tens, thousands).
Transition: "What comes next in this unit?"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Preview: if carrying moves 10 of a smaller place UP when a column overflows, what's the move when a column doesn't have enough?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Common trap: writing the full two-digit column sum instead of splitting it into write-digit + carry-digit.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Common trap: writing the full two-digit column sum instead of splitting it into write-digit + carry-digit.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Atlas = pattern people. Felix = checkers. Hazel = visual learners. Cora = vocabulary-builders.
Give real think time before calling on students to share which crew member's approach matches their own -- this is a chance for students to name their own strategy out loud, not just observe the crew's.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4.02.01 · Addition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 + 156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 + 156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 + 158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405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1,486 + 2,759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4,245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I add and a column reaches ten, I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problem needs one more carry than the last: zero carries, then two carries, then three carries in a row -- same procedure every time, just more columns overflowing.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3,847 + 2,956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4.02.01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2: Addition and Subtraction · U1 Anchor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MA.4.NSO.2.7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multi-digit whole numbers using the standard algorithm; regroup (carry) when a column sum is 10 or more; and use a bar model to set up an addition word problem before solving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does adding place by place -- starting from the ones -- actually work?”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Add Two Columns at a Time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each: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342 + 156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247 + 158 (a carry case)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1,486 + 2,759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which of the three needed a carry, and which didn't?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8862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8862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sums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Combined Weekend Attendance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·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Friday's game drew 34,587 fans. Saturday's game drew 18,259 fans. The stadium team needs the EXACT combined attendance to publish and share with vendors.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estimate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34,587 + 18,259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The Ones Column Overflows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7 + 9 = 16 ones (before)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Trade 10 ones for 1 ten -- write 6, carry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14173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417320"/>
            <a:ext cx="274320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 (before)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44168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6232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12264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68296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4328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6392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2424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56232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12264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8296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4328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20640" y="1417320"/>
            <a:ext cx="1303020" cy="18288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1417320"/>
            <a:ext cx="130302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1417320"/>
            <a:ext cx="1303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71566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880360"/>
            <a:ext cx="1303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60820" y="1417320"/>
            <a:ext cx="1303020" cy="18288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60820" y="1417320"/>
            <a:ext cx="130302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0820" y="1417320"/>
            <a:ext cx="1303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 (after)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27698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3730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39762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5794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83730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39762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0820" y="2880360"/>
            <a:ext cx="1303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4290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ones is more than a single place can hold. Ten of those ones trade for one ten -- that traded ten is the carry. Six ones stay behind, written in the ones place.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Algorithm, Column by Column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1B2A4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41A"/>
                </a:solidFill>
              </a:rPr>
              <a:t>Column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914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41A"/>
                </a:solidFill>
              </a:rPr>
              <a:t>Sum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9144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41A"/>
                </a:solidFill>
              </a:rPr>
              <a:t>Write / Carry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+ 9 = 16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Write 6, carry 1 -&gt; tens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0195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901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Tens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19019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+ 8 + 5 =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01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Write 4, carry 1 -&gt; hundreds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237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Hundreds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2523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+ 5 + 2 = 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5237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Write 8, no carry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4553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455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Thousands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1455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+ 8 = 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Write 2, carry 1 -&gt; ten-thousands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Ten-thousands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3767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+ 3 + 1 =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767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Write 5. Sum: 52,846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Stack. Add. Carry.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3327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1 -- Stack: line up the addends by place. Ones under ones, tens under tens.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7627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2 -- Add: add each column starting from the ones, moving left.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19272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3 -- Carry: when a column sum is 10 or more, write the ones digit and carry the tens digit into the next column. Ten of any place always equals one of the next.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09728" cy="160020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addend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number being added. In 34,587 + 18,259, both 34,587 and 18,259 are addends.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sum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total -- the answer when you add two or more numbers together.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160020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regroup (carry)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To trade 10 of one place for 1 of the next place left. A column sum of 10 or more sends the extra 1 to carry.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109728" cy="1600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algorithm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step-by-step procedure that works the same way every time. Adding column by column from the ones is an algorithm.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Add by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235,418 + 142,367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377,785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9923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Ones: 8+7=15 (write 5, carry 1). Tens: 1+1+6=8. Hundreds: 4+3=7. Thousands: 5+2=7. Ten-thousands: 3+4=7. Hundred-thousands: 2+1=3.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Worked Example: Combined Weekend Attendance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63040"/>
            <a:ext cx="4572000" cy="320040"/>
          </a:xfrm>
          <a:prstGeom prst="rect">
            <a:avLst/>
          </a:prstGeom>
          <a:solidFill>
            <a:srgbClr val="F0E8F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Friday: 47,536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solidFill>
            <a:srgbClr val="E3F8ED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Saturday: 38,829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47,536 + 38,829 = 86,365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9923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Hazel's two bars joining = add. Felix estimates 48,000+39,000=87,000. Atlas adds by place (three carries): 86,365. Cora checks: 635 less than the estimate -- reasonable.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Find Maya's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 added 57,469 + 28,254. Hundreds: "4 + 2 = 6, no carry." She forgot the carry of 1 from tens. Her answer: 85,623.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 should have been 1 (carry) + 4 + 2 = 7, not 6. The missing carry cost exactly 100. Correct answer: 85,723. Notice: her answer (85,623) is still close to the estimate (85,000) -- an estimate alone wouldn't catch this.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column did Maya miss a carry in?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Turn: Add 38,547 + 24,968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Try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38,547 + 24,968 using the standard algorithm. Estimate first -- how many carries do you expect?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1089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sum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added multi-digit numbers by place, carrying whenever a column reached 10. Next lesson, we do the same thing in reverse: subtraction. When a column doesn't have enough to subtract, you'll regroup -- borrow from the next place instead of carrying to it.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42,756 + 18,392. The hundreds column is 7 + 3 + (carry 1) = 11. What do you write and carry?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Write 1, carry 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Write 11, carry 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Write 1, carry 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42,756 + 18,392. The hundreds column is 7 + 3 + (carry 1) = 11. What do you write and carry?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Write 1, carry 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Write 11, carry 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Write 1, carry 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11 is one ten and one hundred-column-digit: write the 1 in the hundreds place, carry the 1 into thousands. You never write a two-digit number in a single column.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is stacking the addends by place -- ones under ones, tens under tens -- no drifting, or every column after that goes wrong.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is adding column by column starting at the ones. If a column hits ten or more, I write the right digit and carry the left digit into the next column.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is the bar model for word problems -- two bars joining into one unknown whole always means add.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 job is estimating first, then comparing my exact answer to that estimate -- if they're far apart, I know to recheck my carries.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job did YOU do today -- Atlas, Felix, Hazel, or Cora?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4.02.01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Find two multi-digit numbers at home (prices, distances) and add them using the standard algorithm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Next class: subtraction -- the same routine, running in reverse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4.02.01 Addition — Teacher Slides</dc:title>
  <dc:subject>PptxGenJS Presentation</dc:subject>
  <dc:creator>PptxGenJS</dc:creator>
  <cp:lastModifiedBy>PptxGenJS</cp:lastModifiedBy>
  <cp:revision>1</cp:revision>
  <dcterms:created xsi:type="dcterms:W3CDTF">2026-07-13T19:09:55Z</dcterms:created>
  <dcterms:modified xsi:type="dcterms:W3CDTF">2026-07-13T19:09:55Z</dcterms:modified>
</cp:coreProperties>
</file>