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60s think time, thumbs vote. Most will vote TRUE, expecting only the thousands digit to change. Let a few defend their vote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60s think time, thumbs vote. Most will vote TRUE, expecting only the thousands digit to change. Let a few defend their vote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idea today's Worked Example targets: rounding up can trigger a chain reaction of carries, not just a single-digit bump.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idea today's Worked Example targets: rounding up can trigger a chain reaction of carries, not just a single-digit bump.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
Last lesson: rounding 5-digit numbers. Today: does the rule change when numbers get bigger?
Transition: "Let's see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Name the essential question. Today's answer: same rule, same decider digit -- just one more place to track.
Transition: "Let's warm up with a 5-digit round you already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Answers: 62,000; 46,000; the thousands digit. Third question previews today's biggest rounding place.
Transition: "Let's meet a number one place bigger than anything we've rounded yet."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Most will sense 500,000 is reasonable but may not know which digit made it round up.
Transition: "Let's find exactly where 487,290 sits."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Expect notices like 'it's close to 500,000' or wonders like 'does the same rule from smaller numbers still work here?'
Transition: "Let's put it on a number line and check."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
The number line looks just like the 5-digit version -- only the labels changed. That visual sameness is the point.
Transition: "Let's see this same number rounded four different ways."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
Note 487,290 is already a multiple of 10, so the nearest-10 row is skipped -- same table shape as last lesson, one more row at the bottom.
Transition: "Let's name the rule for any number of digits."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Name 'carry' explicitly here -- it's today's new vocabulary term and the idea the Worked Example builds on.
Transition: "Let's meet today's vocabulary."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(3 min)
'Carry' is the new term -- the others are repeats from lesson 05 (decider digit, halfway) or lesson 02 (hundred thousands).
Transition: "Let's watch a carry ripple through three places."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
Walk the ripple step by step: 599,500 -&gt; thousands 9-&gt;10 (carry) -&gt; ten-thousands 9-&gt;10 (carry) -&gt; hundred-thousands 5-&gt;6. Result: 600,000.
Transition: "Let's catch a mistake in someone else's carry."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
Priya's error: only carried once (thousands) instead of twice (thousands AND ten-thousands both being 9). This is a double-carry case.
Transition: "Your turn -- round 372,840 to the nearest 1,000."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Decider is hundreds (8) -&gt; round up -&gt; 373,000. No carry ripple this time since the thousands digit (2) isn't a 9.
Transition: "What comes next in this unit?"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Preview: how can place value make calculations faster, and how does rounding help you check that an answer is reasonable?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Common trap: checking the hundreds digit instead of the thousands digit. The decider always shifts one place with the rounding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Common trap: checking the hundreds digit instead of the thousands digit. The decider always shifts one place with the rounding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Atlas = pattern people. Felix = checkers. Hazel = visual learners. Cora = vocabulary-builders.
Give real think time before calling on students to share which crew member's approach matches their own -- this is a chance for students to name their own strategy out loud, not just observe the crew's.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4.01.06 · Rounding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599,500 rounded to the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nearest 1,000 is 599,000.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hundreds digit is 5, 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rounds up -- but maybe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the thousands digit changes."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599,500 rounds UP -- but 599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 plus 1 thousand carries: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9-&gt;10 ripples all the way to 600,000.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rounding up causes a carry, I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Rounding up doesn't always change just one digit. When the digit you're bumping is already a 9, the carry ripples left until it lands on a digit that isn't a 9.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999,600 rounded to the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nearest 1,000 is 1,000,000.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True -- the carry ripples through every 9: thousands, ten-thousands, and hundred-thousands all flip to 0, adding a new millions place.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4.01.06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Rounding 6-Digit Numbers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1: Numbers to 1,000,000 · U4 Extend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MA.4.NSO.1.3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a 6-digit number to the nearest 10, 100, 1,000, 10,000, or 100,000; apply the decider-digit rule to a number with one more place; and explain what happens when rounding up causes a carry to ripple through several places.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the rounding rule change for bigger numbers?”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Warm-Up: 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each: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62,483 to the nearest 1,000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45,500 to the nearest 1,000 (halfway!)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Name the decider digit for rounding to the nearest 10,000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51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where is the decider digit for a number rounded to the nearest 100,000?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79476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947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three answers + the decider place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487,290 -- One Digit Bigger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 · Real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state fair drew exactly 487,290 people this year. A news report says "about 500,000 people came." Is that a fair round number, or is the reporter exaggerating?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004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is 500,000 a fair estimate for 487,290?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 · 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487,290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Where Does 487,290 Land?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731520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0" cy="27432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128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400000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0" cy="27432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2128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450000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0" y="1920240"/>
            <a:ext cx="0" cy="27432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22128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500000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17542" y="197510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1198" y="1536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D8F"/>
                </a:solidFill>
              </a:rPr>
              <a:t>487,290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2618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Rounding 487,290 to the nearest 100,000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832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487,290 sits past the halfway mark (450,000) -- much closer to 500,000. Rounded to the nearest hundred-thousand, it rounds UP to 500,000 -- same rule, just a bigger place.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The Rule in One Table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Round 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Decider digit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71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nearest 100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3716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Tens: 9 -&gt; round 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3716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487,300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084832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0848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nearest 1,000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20848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Hundreds: 2 -&gt; round DOWN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0848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487,000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798064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9806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nearest 10,000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279806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Thousands: 7 -&gt; round 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279806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490,000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511296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112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nearest 100,000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68880" y="351129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Ten-thousands: 8 -&gt; round UP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351129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One More Place, Same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decider digit rule never changes, no matter how many digits a number has: look one place to the right of where you're rounding. 5 or higher rounds up; 4 or lower rounds down.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rounding up can trigger a CARRY: if the digit you're bumping is already a 9, it flips to 0 and adds 1 to the place on its left. Sometimes that carry ripples through several 9s in a row.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09728" cy="160020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decider digit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digit exactly one place to the right of where you're rounding. It decides whether you round up or down.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109728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hundred thousands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place just left of ten-thousands -- the biggest place in a 6-digit number, worth 100,000 per digit.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109728" cy="160020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halfway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point exactly between two round neighbors. A number that lands on or past halfway always rounds UP.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97480"/>
            <a:ext cx="109728" cy="1600200"/>
          </a:xfrm>
          <a:prstGeom prst="rect">
            <a:avLst/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carry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What happens when rounding up bumps a 9 to a 0 -- the extra 1 moves to the place on the left, sometimes rippling through several places.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The Carry Case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599,500 to the nearest 1,000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Decider (hundreds) = 5 -&gt; round UP  --&gt;  600,000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9923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thousands digit (9) flips to 0 and carries 1 into ten-thousands (9) -- which also flips to 0 and carries into hundred-thousands (5 -&gt; 6). Three places ripple, one after another.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Find Priya's Mistake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rounded 199,500 to the nearest 1,000 and wrote: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"190,000 -- the decider is 5, so I rounded up."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rounded up correctly at the decider -- but stopped the carry too soon. Thousands (9) flips to 0 AND carries; ten-thousands (9) ALSO flips to 0 and carries. Correct answer: 200,000.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place did Priya stop carrying too soon?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Your Turn: Round 372,840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Students Try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372,840 to the nearest 1,000. Which digit is the decider, and does rounding trigger a carry this time?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10896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089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+ whether a carry happened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rounded 6-digit numbers using the same decider-digit rule -- and watched rounding up ripple through carries. Next lesson, you'll USE all of it: adding and subtracting big numbers by place, and using rounding to check whether your answer makes sense.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469,500 to the nearest 10,000. What is the decider digit?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 (hundreds)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 (thousands)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52160" y="2103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 (ten-thousands)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decider digit + the rounded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469,500 to the nearest 10,000. What is the decider digit?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 (hundreds)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 (thousands)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52160" y="2103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 (ten-thousands)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Rounding to ten-thousands means the decider is one place right: the thousands digit. That's 9 -- which rounds UP from 460,000 to 470,000.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decider digit + the rounded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decider digit rule never changes, even for 6-digit numbers -- I just have to slide my finger one more place to find 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When I round up and hit a 9, I don't panic -- I flip it to 0 and carry the 1 left, checking if THAT digit is also a 9 before I stop.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carry like a row of dominoes -- one 9 tips into the next, and the ripple keeps going until it hits a digit that isn't a 9.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Here is the precise way to say it: rounding up replaces every digit right of the rounding place with zero, and if that creates a carry, the carry can ripple through multiple places in a row.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matches your thinking -- Felix or Hazel?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4.01.06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Round today's high temperature to the nearest 10 and to the nearest 100 -- compare the two answers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Next class: use place value and rounding together to add, subtract, and estimate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4.01.06 Rounding 6-Digit Numbers — Teacher Slides</dc:title>
  <dc:subject>PptxGenJS Presentation</dc:subject>
  <dc:creator>PptxGenJS</dc:creator>
  <cp:lastModifiedBy>PptxGenJS</cp:lastModifiedBy>
  <cp:revision>1</cp:revision>
  <dcterms:created xsi:type="dcterms:W3CDTF">2026-07-13T19:03:40Z</dcterms:created>
  <dcterms:modified xsi:type="dcterms:W3CDTF">2026-07-13T19:03:40Z</dcterms:modified>
</cp:coreProperties>
</file>