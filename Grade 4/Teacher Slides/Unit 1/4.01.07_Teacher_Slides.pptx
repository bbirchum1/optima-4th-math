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estimates only -- no exact answers yet. All three strategies should land in the 700,000-800,000 neighborhood.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estimates only -- no exact answers yet. All three strategies should land in the 700,000-800,000 neighborhood.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today's whole lesson in miniature: estimate first, so you know what to expect from the exact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today's whole lesson in miniature: estimate first, so you know what to expect from the exact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(30 sec)
Last lesson: rounding. Today: put the whole unit to work -- estimate, compute, check. This is the Unit 1 closer.
Transition: "Let's see today's goal."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(1 min)
Name the essential question. Today's answer: place value both runs the calculation and checks it.
Transition: "Let's warm up with three quick estimates."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WARM-UP (3 min)
Answers: 90,000; 40,000; 30,000. Rounding first turns messy arithmetic into a single-digit add or subtract per place.
Transition: "Let's meet two real numbers that need combining."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(2 min)
Most will sense it's around 800,000 without knowing the exact strategy yet.
Transition: "Let's notice and wonder about these two numbers."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&amp; WONDER (2 min)
Expect notices like 'both numbers are close to a round number' or wonders like 'does rounding first make this easier?'
Transition: "Let's see a bar model for a comparison problem first."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(3 min)
The bar model makes 'how many more' visually obvious as a gap, before any subtraction happens.
Transition: "Let's see three different estimates for the SAME exact sum."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PICTORIAL (2 min)
All three estimates land near the exact sum -- rounder estimates are faster but coarser, not wrong.
Transition: "Let's name the three-step rule."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(2 min)
This three-step workflow is the whole lesson in one slide. Every practice problem today runs through it.
Transition: "Let's meet today's vocabulary."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(3 min)
All four terms are new this lesson -- the unit's final vocabulary set.
Transition: "Let's add by place together."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A (4 min)
Walk through each place, including the two carries. Then explicitly compare to the estimate.
Transition: "Let's see what happens when we multiply or divide by a power of 10."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B (3 min)
This directly covers Independent Practice problems 3-4 (multiply/divide by powers of ten), which the Learn tab's estimate-and-check focus doesn't otherwise touch -- an intentional add to close that gap.
Transition: "Let's catch a mistake in someone else's addition."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C (3 min)
Marcus's error is a magnitude error (missing place), and the estimate flags it instantly -- this is the whole point of checking against an estimate.
Transition: "Your turn -- estimate and compute a warehouse total."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(4 min)
Estimate: 23,000 + 19,000 = 42,000. Exact: 23,400 + 18,750 = 42,150 -- close to the estimate, reasonable.
Transition: "What comes next, now that Unit 1 is complete?"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FORWARD (1 min)
This closes Unit 1's arc. Name explicitly that every lesson built on the last: read, pattern, compare, round, calculate.
Transition: "Let's check what you've got before we close out the unit."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This is the whole lesson in one question: use the estimate to judge the SIZE of the exact answer before trusting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This is the whole lesson in one question: use the estimate to judge the SIZE of the exact answer before trusting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Atlas = pattern people. Felix = checkers. Hazel = visual learners. Cora = vocabulary-builders.
Give real think time before calling on students to share which crew member's approach matches their own -- this is a chance for students to name their own strategy out loud, not just observe the crew's.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ESTIMATE FIRST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395728" y="164592"/>
            <a:ext cx="630936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95728" y="16459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4.01.07 · Estimate &amp; Check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how much is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487,290 + 312,580?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99BB"/>
                </a:solidFill>
              </a:rPr>
              <a:t>Don't calculate exactly yet -- what's your best estimate?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Check the Estimate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Estimate First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Round to 100,000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00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487,290 -&gt; 500,000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0574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312,580 -&gt; 300,000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514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500,000 + 300,000 = 800,000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96012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Round to 10,000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375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600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487,290 -&gt; 490,000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20574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312,580 -&gt; 310,000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9000" y="2514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490,000 + 310,000 = 800,000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0" y="96012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Front-end only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807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1600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hundred-thousands + 3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72200" y="20574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7 hundred-thousands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72200" y="2514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700,000-800,000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79476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Exact answer: 487,290 + 312,580 = 799,870 -- every estimate strategy landed close to the truth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ESTIMATE FIRST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The Rule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CCFF"/>
                </a:solidFill>
              </a:rPr>
              <a:t>Before I compute an exact answer, I ___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 first by rounding both numbers to a place you can add in your head. Then compute the exact answer by place. If the exact answer is close to your estimate, trust it -- if not, something is wrong.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0" y="434340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343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word for the rule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ESTIMATE FIRST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how much is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564,830 - 318,470?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828800" y="379476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379476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estimate + exact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34340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About 250,000 -- 560,000 minus 320,000 -- the exact difference (246,360) should land close to this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73352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4.01.07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Calculations and Place Value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1: Numbers to 1,000,000 · U5 Fluency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MA.4.NSO.1.x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 a sum or difference by rounding first, compute the exact answer by adding or subtracting by place, and check whether the exact answer is reasonable by comparing it to the estimate.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can place value make calculations both faster AND more honest?”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Warm-Up: Estimate the Sum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each to the nearest 10,000, then combine: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38,000 + 47,000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26,800 + 13,400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52,300 - 19,800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8346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check: why is rounding BEFORE adding easier than adding the exact numbers?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371600" y="388620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388620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three estimates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Two Seasons, One Total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Hook · Real World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4300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 year's team drew 487,290 fans. This year drew 312,580. The athletic director wants to announce the two-season total at the pep rally -- but first, she wants to know roughly what to expect.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3200400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20040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without adding exactly, about how many fans total?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Think · 2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487,290 + 312,580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Concrete: Hazel's Bar Model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Concrete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Home team: 564,830 fans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7498080" cy="548640"/>
          </a:xfrm>
          <a:prstGeom prst="rect">
            <a:avLst/>
          </a:prstGeom>
          <a:solidFill>
            <a:srgbClr val="6B3FA0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8600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86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Away team: 318,470 fans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834640"/>
            <a:ext cx="4114800" cy="548640"/>
          </a:xfrm>
          <a:prstGeom prst="rect">
            <a:avLst/>
          </a:prstGeom>
          <a:solidFill>
            <a:srgbClr val="2DB87A"/>
          </a:solidFill>
          <a:ln w="12700">
            <a:solidFill>
              <a:srgbClr val="2DB8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2834640"/>
            <a:ext cx="3383280" cy="548640"/>
          </a:xfrm>
          <a:prstGeom prst="rect">
            <a:avLst/>
          </a:prstGeom>
          <a:solidFill>
            <a:srgbClr val="FFF3DC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8346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6D2B"/>
                </a:solidFill>
              </a:rPr>
              <a:t>difference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7033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bars line up side by side. The part that sticks out past the shorter bar IS the difference -- the gap you're solving for.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Pictorial: Three Estimates, One Truth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Pictorial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36576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60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941A"/>
                </a:solidFill>
              </a:rPr>
              <a:t>Round 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941A"/>
                </a:solidFill>
              </a:rPr>
              <a:t>Estimate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0" y="960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941A"/>
                </a:solidFill>
              </a:rPr>
              <a:t>Vs. exact 799,870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822960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371600"/>
            <a:ext cx="1645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nearest 1,000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1371600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7A"/>
                </a:solidFill>
              </a:rPr>
              <a:t>487,000 + 313,000 = 800,000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35040" y="1371600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B5A"/>
                </a:solidFill>
              </a:rPr>
              <a:t>Off by 130 -- very close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286000"/>
            <a:ext cx="822960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286000"/>
            <a:ext cx="1645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nearest 10,000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86000" y="2286000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7A"/>
                </a:solidFill>
              </a:rPr>
              <a:t>490,000 + 310,000 = 800,000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35040" y="2286000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B5A"/>
                </a:solidFill>
              </a:rPr>
              <a:t>Off by 130 -- very close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822960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200400"/>
            <a:ext cx="1645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nearest 100,000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86000" y="3200400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7A"/>
                </a:solidFill>
              </a:rPr>
              <a:t>500,000 + 300,000 = 800,000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035040" y="3200400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B5A"/>
                </a:solidFill>
              </a:rPr>
              <a:t>Still 130 off -- coarser tool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Abstract: Estimate. Compute. Compare.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Abstract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33272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1 -- Estimate: round both numbers, then add or subtract the rounded versions.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221992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6B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2 -- Compute: stack the original numbers by place. Add or subtract one place at a time, starting from the ones. Carry or borrow when needed.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33756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410712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4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3 -- Compare: does the exact answer land close to your estimate? If yes, trust it. If not, re-check your work.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60120"/>
            <a:ext cx="109728" cy="1600200"/>
          </a:xfrm>
          <a:prstGeom prst="rect">
            <a:avLst/>
          </a:prstGeom>
          <a:solidFill>
            <a:srgbClr val="C43B6B"/>
          </a:solidFill>
          <a:ln w="12700">
            <a:solidFill>
              <a:srgbClr val="C43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051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</a:rPr>
              <a:t>estimate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46304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A quick, approximate answer -- often made by rounding both numbers first, then adding or subtracting.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960120"/>
            <a:ext cx="109728" cy="160020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51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</a:rPr>
              <a:t>sum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146304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The answer to an addition problem -- the total of the numbers you added together.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697480"/>
            <a:ext cx="109728" cy="1600200"/>
          </a:xfrm>
          <a:prstGeom prst="rect">
            <a:avLst/>
          </a:prstGeom>
          <a:solidFill>
            <a:srgbClr val="3A6B9A"/>
          </a:solidFill>
          <a:ln w="12700">
            <a:solidFill>
              <a:srgbClr val="3A6B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788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</a:rPr>
              <a:t>difference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320040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The answer to a subtraction problem -- how much one number is larger than another.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69748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697480"/>
            <a:ext cx="109728" cy="1600200"/>
          </a:xfrm>
          <a:prstGeom prst="rect">
            <a:avLst/>
          </a:prstGeom>
          <a:solidFill>
            <a:srgbClr val="2DB87A"/>
          </a:solidFill>
          <a:ln w="12700">
            <a:solidFill>
              <a:srgbClr val="2DB8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788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</a:rPr>
              <a:t>reasonable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37760" y="320040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An answer that makes sense -- it's close to your estimate, and the place values work out.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Practice: Add by Place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Together · 4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 first: 36,000 + 29,000 = 65,000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1488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6B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36,420 + 28,750 = 65,170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00" cy="1325880"/>
          </a:xfrm>
          <a:prstGeom prst="roundRect">
            <a:avLst>
              <a:gd name="adj" fmla="val 6897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999232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Ones: 0+0=0. Tens: 2+5=7. Hundreds: 4+7=11 (write 1, carry 1). Thousands: 6+8+1=15 (write 5, carry 1). Ten-thousands: 3+2+1=6. Compare to estimate: 65,170 is close to 65,000 -- reasonable.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Practice: Shift the Zeros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Together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 x 100 = 4,700          4,700 / 100 = 47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221992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6B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Multiplying by 100 moves every digit two places LEFT -- each digit becomes worth 100 times more. Dividing by 100 moves every digit two places RIGHT -- undoing the shift.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73552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4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digits 4 and 7 never change -- only WHICH PLACE they sit in changes. That's place value doing the work, without any regrouping at all.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Practice: Find Marcus's Mistake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Together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F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44752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Marcus added 47,500 + 38,200 and wrote: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"8,570 -- I lined them up and added column by column."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8229600" cy="1600200"/>
          </a:xfrm>
          <a:prstGeom prst="roundRect">
            <a:avLst>
              <a:gd name="adj" fmla="val 5714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33472"/>
            <a:ext cx="7863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 first: 50,000 + 40,000 = 90,000. Marcus's answer (8,570) is about 1/10th that size -- clearly wrong before we even check his columns. Two 5-digit numbers must give a 5- or 6-digit answer. Correct answer: 85,700.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4297680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9768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was Marcus's answer reasonable?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Your Turn: The Warehouse Problem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Students Try · 4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YOUR TURN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630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warehouse holds 23,400 boxes on one floor and 18,750 on another. Estimate the total (round to the nearest thousand), then find the exact total.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97280" y="3108960"/>
            <a:ext cx="694944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108960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estimate + your exact total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Forward: Unit 1 Wraps, Unit 2 Begins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What Comes Next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8229600" cy="2743200"/>
          </a:xfrm>
          <a:prstGeom prst="roundRect">
            <a:avLst>
              <a:gd name="adj" fmla="val 3333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80160"/>
            <a:ext cx="7772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now read, write, compare, round, find patterns in, and calculate with whole numbers up to 1,000,000 -- and explain WHY every step works, using place value. Unit 2 picks up where this ends: adding and subtracting in earnest, multi-step word problems, and mental strategies where place value makes the calculation feel obvious. Remember: place value isn't just a chart -- it's a thinking tool. When the math feels stuck, ask yourself: which place is doing the work?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Estimate: 45,300 + 22,900 rounds to about 50,000 + 20,000 = 70,000. Which exact answer is reasonable?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6,820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46120" y="210312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21031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68,200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035040" y="210312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21031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682,000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answer is reasonable, and why the other two aren't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Estimate: 45,300 + 22,900 rounds to about 50,000 + 20,000 = 70,000. Which exact answer is reasonable?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6,820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46120" y="210312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21031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68,200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035040" y="210312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21031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682,000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45,300 + 22,900 = 68,200 -- close to the estimate of 70,000. 6,820 is 10 times too small; 682,000 is 10 times too big. The estimate rules both out instantly.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answer is reasonable, and why the other two aren't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My job today is adding by place -- I stack the numbers, line up every column, and work from ones to the left, carrying whenever a place hits 10.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My job is setting the target first -- I round both numbers and add the rounded versions, so I know roughly what the exact answer should look like before anyone computes it.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My job is drawing the picture -- for comparison problems, I stack two bars and the gap between them shows exactly what we're solving for.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My job is the final check -- I compare the exact answer to Felix's estimate, and if they're nowhere near each other, I know something needs a second look.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job did YOU do today -- Felix, Atlas, Hazel, or Cora?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Complete the Independent Practice for Lesson 4.01.07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Estimate then exactly compute one real total from home (a grocery bill, a mileage log, anything with two multi-digit numbers)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Unit 1 complete! Next unit: adding and subtracting with real fluency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4.01.07 Calculations and Place Value — Teacher Slides</dc:title>
  <dc:subject>PptxGenJS Presentation</dc:subject>
  <dc:creator>PptxGenJS</dc:creator>
  <cp:lastModifiedBy>PptxGenJS</cp:lastModifiedBy>
  <cp:revision>1</cp:revision>
  <dcterms:created xsi:type="dcterms:W3CDTF">2026-07-13T19:03:40Z</dcterms:created>
  <dcterms:modified xsi:type="dcterms:W3CDTF">2026-07-13T19:03:40Z</dcterms:modified>
</cp:coreProperties>
</file>