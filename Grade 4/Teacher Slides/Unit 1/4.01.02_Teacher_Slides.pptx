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only 100 x 10. Give 45s think time before revealing the next problem in the string. Students should notice each answer is the previous one with a zero appended.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only 100 x 10. Give 45s think time before revealing the next problem in the string. Students should notice each answer is the previous one with a zero appended.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'multiply by 10, shift left, add a zero.' This string walks the exact columns of today's place-value chart -- hundreds to thousands to ten-thousands to hundred-thousands to a million. Try It: confirm 720,000 and 600,000.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'multiply by 10, shift left, add a zero.' This string walks the exact columns of today's place-value chart -- hundreds to thousands to ten-thousands to hundred-thousands to a million. Try It: confirm 720,000 and 600,000.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(30 sec)
Last lesson we stretched to ten-thousands. Today the chart grows twice more.
Transition: "Let's see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Name the essential question aloud: is there a place too big for the pattern? Today's answer: no.
Transition: "Let's warm up with the five-digit chart from last time."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Confirm 3 = 30,000 (ten-thousands place) and 3 ten-thousands. This reactivates last lesson's chart before we add another column.
Transition: "One game wasn't enough fans for today's problem -- a whole season 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This number won't fit in five places anymore. Let students predict before confirming.
Transition: "Let's look closer at 472,830."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Expect notices like 'six digits' or 'the comma moved.' Expect wonders like 'what's the new place called?'
Transition: "Let's build it with discs."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
Read aloud first: 'four hundred seventy-two thousand, eight hundred thirty.' Then build column by column, left to right.
Common error: skipping the empty ones column.
Transition: "Let's draw it as a chart."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
Same 472,830, no discs -- just digit values by column. Point out where the comma sits (between Th and H).
Transition: "Now let's write it three ways."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Same value, three notations. The comma position never moves for a six-digit number.
Transition: "Let's meet today's vocabulary."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(3 min)
'Million' is the big new idea -- students only need to READ it today, not build past 999,999.
Transition: "Let's cross the millions line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A (4 min)
Start from 999,999 and add 1 to motivate the new column. Note this has TWO commas now.
Common error: thinking a number needs to look 'different' to be a million, rather than recognizing 1 followed by six zeros.
Transition: "Let's be the teacher and check someone else's work."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
Jordan shrank '408' to 'forty-eight' because it sounded shorter. Always count digits first: six digits means hundred-thousands.
Transition: "Your turn -- place the digits for a number with two tricky zeros."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(4 min)
Expect: ten-thousands and hundreds are both zero. 405,072 is 360,000 bigger than 45,072.
Anticipated error: reading the zero next to the comma as 'nothing' and dropping the whole hundred-thousands value.
Transition: "What comes next in this unit?"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Preview: the chart predicts the pattern every time.
Transition: "Let's check what you've got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This mirrors Jordan's mistake from Guided Practice. Check students count digits first rather than reading the leftmost group as a smaller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This mirrors Jordan's mistake from Guided Practice. Check students count digits first rather than reading the leftmost group as a smaller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Atlas = pattern people. Felix = checkers. Hazel = visual learners. Cora = vocabulary-builders.
Give real think time before calling on students to share which crew member's approach matches their own -- this is a chance for students to name their own strategy out loud, not just observe the crew's.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78608" y="164592"/>
            <a:ext cx="612648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78608" y="16459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4.01.02 · Powers of Ten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x 10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Solve the first problem. What strategy did you use?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String Unfolds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String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61722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4114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x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960120"/>
            <a:ext cx="1828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1,000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760220"/>
            <a:ext cx="8229600" cy="61722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60220"/>
            <a:ext cx="4114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x 10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760220"/>
            <a:ext cx="1828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10,000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" y="166878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2560320"/>
            <a:ext cx="8229600" cy="61722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60320"/>
            <a:ext cx="4114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x 10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2560320"/>
            <a:ext cx="1828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100,000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" y="246888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" y="3360420"/>
            <a:ext cx="8229600" cy="61722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60420"/>
            <a:ext cx="4114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 x 10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0" y="3360420"/>
            <a:ext cx="1828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1,000,000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37160" y="326898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371600" y="4279392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42793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changed each time?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Pattern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I multiply by 10, I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time you multiply by 10, every digit shifts one place to the left and a new zero appears on the right. That is exactly how the place-value chart grows -- one column at a time.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pattern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the Next String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72,000 x 10 = 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 x 100 = ?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73352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4.01.02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to 1,000,000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1: Numbers to 1,000,000 · U2 Connect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MA.4.NSO.1.1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and write six-digit numbers in standard form, expanded form, and word form -- and explain what changes (and what stays the same) when a number reaches 1,000,000.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there a place too big for the pattern? Each new place is ten times the place to its right. The chart grows. The rule does not.”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Warm-Up: 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38,694 on your place-value mat (like last lesson -- hundred-thousands stays empty for now).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7744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What is the value of the 3 in 38,694?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How many ten-thousands are in 38,694?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416052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41605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answers to both questions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 Whole Season of Fans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 · Real World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game holds about 38,000 fans. But across a whole season -- eight home games -- the same stadium counts 472,830 fans through its gates.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371600" y="320040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20040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how many places will this number need?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 · 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472,830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Build 472,830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1287780" cy="2697480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1287780" cy="365760"/>
          </a:xfrm>
          <a:prstGeom prst="rect">
            <a:avLst/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1287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5018" y="1984248"/>
            <a:ext cx="201168" cy="201168"/>
          </a:xfrm>
          <a:prstGeom prst="ellipse">
            <a:avLst/>
          </a:prstGeom>
          <a:solidFill>
            <a:srgbClr val="1A8A7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050" y="1984248"/>
            <a:ext cx="201168" cy="201168"/>
          </a:xfrm>
          <a:prstGeom prst="ellipse">
            <a:avLst/>
          </a:prstGeom>
          <a:solidFill>
            <a:srgbClr val="1A8A7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7082" y="1984248"/>
            <a:ext cx="201168" cy="201168"/>
          </a:xfrm>
          <a:prstGeom prst="ellipse">
            <a:avLst/>
          </a:prstGeom>
          <a:solidFill>
            <a:srgbClr val="1A8A7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3114" y="1984248"/>
            <a:ext cx="201168" cy="201168"/>
          </a:xfrm>
          <a:prstGeom prst="ellipse">
            <a:avLst/>
          </a:prstGeom>
          <a:solidFill>
            <a:srgbClr val="1A8A7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49040"/>
            <a:ext cx="1287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790700" y="1417320"/>
            <a:ext cx="1287780" cy="2697480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90700" y="1417320"/>
            <a:ext cx="1287780" cy="365760"/>
          </a:xfrm>
          <a:prstGeom prst="rect">
            <a:avLst/>
          </a:prstGeom>
          <a:solidFill>
            <a:srgbClr val="C43B6B"/>
          </a:solidFill>
          <a:ln w="12700">
            <a:solidFill>
              <a:srgbClr val="C43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90700" y="1417320"/>
            <a:ext cx="1287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49958" y="198424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05990" y="198424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2022" y="198424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18054" y="198424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77974" y="225856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4006" y="225856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90038" y="225856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90700" y="3749040"/>
            <a:ext cx="1287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7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15640" y="1417320"/>
            <a:ext cx="1287780" cy="2697480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15640" y="1417320"/>
            <a:ext cx="1287780" cy="365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5640" y="1417320"/>
            <a:ext cx="1287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30930" y="198424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86962" y="198424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15640" y="3749040"/>
            <a:ext cx="1287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40580" y="1417320"/>
            <a:ext cx="1287780" cy="2697480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0580" y="1417320"/>
            <a:ext cx="1287780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0580" y="1417320"/>
            <a:ext cx="1287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99838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55870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11902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67934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99838" y="225856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55870" y="225856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11902" y="225856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67934" y="225856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0580" y="3749040"/>
            <a:ext cx="1287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8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065520" y="1417320"/>
            <a:ext cx="1287780" cy="2697480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65520" y="1417320"/>
            <a:ext cx="1287780" cy="36576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65520" y="1417320"/>
            <a:ext cx="1287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52794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08826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64858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65520" y="3749040"/>
            <a:ext cx="1287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490460" y="1417320"/>
            <a:ext cx="1287780" cy="2697480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90460" y="1417320"/>
            <a:ext cx="1287780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0460" y="1417320"/>
            <a:ext cx="1287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490460" y="3749040"/>
            <a:ext cx="1287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365760" y="6400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Six columns now -- hundred-thousands is new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4 hundred-thousands + 7 ten-thousands + 2 thousands + 8 hundreds + 3 tens + 0 ones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See It as a Chart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1298448" cy="502920"/>
          </a:xfrm>
          <a:prstGeom prst="rect">
            <a:avLst/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27632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1874520" y="1097280"/>
            <a:ext cx="1298448" cy="502920"/>
          </a:xfrm>
          <a:prstGeom prst="rect">
            <a:avLst/>
          </a:prstGeom>
          <a:solidFill>
            <a:srgbClr val="C43B6B"/>
          </a:solidFill>
          <a:ln w="12700">
            <a:solidFill>
              <a:srgbClr val="C43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10972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74520" y="1627632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1627632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3291840" y="1097280"/>
            <a:ext cx="1298448" cy="5029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0972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1627632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627632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4709160" y="1097280"/>
            <a:ext cx="1298448" cy="502920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0972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627632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627632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6126480" y="1097280"/>
            <a:ext cx="1298448" cy="50292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0972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1627632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627632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7543800" y="1097280"/>
            <a:ext cx="129844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10972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43800" y="1627632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1627632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30" name="Shape 28"/>
          <p:cNvSpPr/>
          <p:nvPr/>
        </p:nvSpPr>
        <p:spPr>
          <a:xfrm>
            <a:off x="457200" y="310896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20040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comma splits it: 472 is the thousands period, 830 is the ones period. Read left side, say "thousand," then read right side.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Write It Three Ways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form:  472,830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7627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Expanded form:  400,000 + 70,000 + 2,000 + 800 + 30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7355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form:  four hundred seventy-two thousand, eight hundred thirty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109728" cy="1600200"/>
          </a:xfrm>
          <a:prstGeom prst="rect">
            <a:avLst/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hundred thousands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place to the left of ten-thousands. One hundred-thousand is worth 100,000.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109728" cy="160020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million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place to the left of hundred-thousands. One million is worth 1,000,000 -- that's 1,000 thousands.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97480"/>
            <a:ext cx="109728" cy="1600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period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group of three digits in a large number, separated by commas -- like the ones period and the thousands period.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697480"/>
            <a:ext cx="109728" cy="1600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word form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3200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number written with words, like four hundred seventy-two thousand, eight hundred thirty.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Crossing to 1,000,000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Together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1097280" cy="18745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71600"/>
            <a:ext cx="1097280" cy="36576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" y="1938528"/>
            <a:ext cx="201168" cy="201168"/>
          </a:xfrm>
          <a:prstGeom prst="ellipse">
            <a:avLst/>
          </a:prstGeom>
          <a:solidFill>
            <a:srgbClr val="0E1C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554480" y="1371600"/>
            <a:ext cx="1097280" cy="18745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1371600"/>
            <a:ext cx="1097280" cy="365760"/>
          </a:xfrm>
          <a:prstGeom prst="rect">
            <a:avLst/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88920" y="1371600"/>
            <a:ext cx="1097280" cy="18745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88920" y="1371600"/>
            <a:ext cx="1097280" cy="365760"/>
          </a:xfrm>
          <a:prstGeom prst="rect">
            <a:avLst/>
          </a:prstGeom>
          <a:solidFill>
            <a:srgbClr val="C43B6B"/>
          </a:solidFill>
          <a:ln w="12700">
            <a:solidFill>
              <a:srgbClr val="C43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8892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023360" y="1371600"/>
            <a:ext cx="1097280" cy="18745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1371600"/>
            <a:ext cx="1097280" cy="365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57800" y="1371600"/>
            <a:ext cx="1097280" cy="18745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7800" y="1371600"/>
            <a:ext cx="1097280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92240" y="1371600"/>
            <a:ext cx="1097280" cy="18745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1371600"/>
            <a:ext cx="1097280" cy="36576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26680" y="1371600"/>
            <a:ext cx="1097280" cy="18745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26680" y="1371600"/>
            <a:ext cx="1097280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2668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2668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34290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502152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six-column chart maxes out at 999,999. To show one million, we add a SEVENTH column -- millions. Six zeros hold six places open.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Find Jordan's Mistake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Together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44752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Jordan wrote 408,026 as: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"4 ten-thousands + 8 thousands + 26" and read it "forty-eight thousand, twenty-six."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408,026 has 6 digits. The 4 is in hundred-thousands (400,000), the 8 is in thousands (8,000). Correct reading: four hundred eight thousand, twenty-six.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429768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429768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did Jordan miscount?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Your Turn: Place the Digits for 405,072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Students Try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630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405,072 aloud, then decide: which two places are zero, and how is 405,072 different from 45,072?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10896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0896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two zero places + the difference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 Comes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you stretched the chart two more places -- hundred-thousands and a peek at millions. Next lesson, you'll use place value to find patterns: what changes when you count by 10, 100, 1,000, or 10,000?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408,026, what is the value of the 4?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4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108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40,000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400,000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+ how you knew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408,026, what is the value of the 4?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4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108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40,000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400,000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408,026 has 6 digits, so the 4 sits in the hundred-thousands place: 4 x 100,000 = 400,000.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+ how you knew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chart just keeps stretching the same way -- hundred-thousands is column six, and if we ever needed a seventh, it would be worth ten times column six.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big numbers by counting digits first. 408,026 has six digits, so I know right away the leftmost digit lives in hundred-thousands, not ten-thousands.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comma like a fence splitting the number into two neighborhoods -- the thousands neighborhood on the left, the ones neighborhood on the right.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Here is the precise way to say it: a period is a group of three digits set off by commas. Six-digit numbers have a thousands period and a ones period -- read each period, then say its name.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matches your thinking -- Felix or Hazel?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 for Lesson 4.01.02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Find a 6-digit number in real life (city population, ticket sales) and read it aloud to a family member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Next class: use place value to find patterns when counting by 10s, 100s, and beyond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4.01.02 Numbers to 1,000,000 — Teacher Slides</dc:title>
  <dc:subject>PptxGenJS Presentation</dc:subject>
  <dc:creator>PptxGenJS</dc:creator>
  <cp:lastModifiedBy>PptxGenJS</cp:lastModifiedBy>
  <cp:revision>1</cp:revision>
  <dcterms:created xsi:type="dcterms:W3CDTF">2026-07-13T19:03:40Z</dcterms:created>
  <dcterms:modified xsi:type="dcterms:W3CDTF">2026-07-13T19:03:40Z</dcterms:modified>
</cp:coreProperties>
</file>