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60s think time. Expect a mix of number-line reasoning and 'look at the next digit' reasoning -- both are valid, surface both in the gallery.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60s think time. Expect a mix of number-line reasoning and 'look at the next digit' reasoning -- both are valid, surface both in the gallery.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cousin is a halfway case on purpose -- it previews today's trickiest idea: 5 always rounds up, even right on the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cousin is a halfway case on purpose -- it previews today's trickiest idea: 5 always rounds up, even right on the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(30 sec)
Last lesson: comparing exact numbers. Today: replacing an exact number with a good round one.
Transition: "Let's see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Name the essential question. Today's answer: the decider digit, one place right of the rounding place.
Transition: "Let's warm up rounding 3-digit numbers you already know."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Answers: 70, 200, 900 (850 is exactly halfway -- rounds up). Let this preview the halfway idea without naming it yet.
Transition: "Now let's see why a newspaper rounds attendance."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Let students guess before confirming. Some may say 'closer.'
Transition: "Let's look at exactly where 23,847 sits."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Expect notices like 'it's close to 24,000' or wonders like 'what if we rounded to a different place?'
Transition: "Let's put it on a number line."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
The number line makes 'closer neighbor' a visual fact, not just a rule to memorize.
Transition: "Let's see the same number rounded to different places."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
Same 23,847 rounds to four different answers depending on place. All correct.
Transition: "Let's state the rule plainly."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Halfway-rounds-up is a convention, not a law of nature -- worth naming explicitly.
Transition: "Let's meet today's vocabulary."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(3 min)
'Halfway' is the term that carries today's trickiest idea -- the round-up convention.
Transition: "Let's round one number four different ways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(4 min)
Same number, four zoom levels, four different (all correct) answers.
Common error: using the same decider digit for every rounding place instead of shifting it each time.
Transition: "Let's catch a mistake in someone else's rounding."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
Right answer, wrong reasoning is still wrong -- it just hasn't been caught yet.
Transition: "Your turn -- round 31,478 to the nearest 1,000."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(4 min)
Decider is hundreds (4) -&gt; round down -&gt; 31,000.
Anticipated error: using the ones digit like Marcus did.
Transition: "What comes next in this unit?"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Preview: does rounding work the same way for hundred-thousands as it does for tens?
Transition: "Let's check what you've got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This is the halfway case -- confirm students know 5 always rounds up, even right on the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This is the halfway case -- confirm students know 5 always rounds up, even right on the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Atlas = pattern people. Felix = checkers. Hazel = visual learners. Cora = vocabulary-builders.
Give real think time before calling on students to share which crew member's approach matches their own -- this is a chance for students to name their own strategy out loud, not just observe the crew's.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029968" y="164592"/>
            <a:ext cx="66751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968" y="1645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4.01.05 · Rounding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62,483 to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nearest thousand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What do you notice? What strategies come to mind?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Strategy Gallery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Talk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Number 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62,000 and 63,000 are the neighbors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Halfway is 62,500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62,483 is just before halfway -- closer to 62,000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Digit rule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Place-value chart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452628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526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strategy did you try first?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To round any number, I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decider digit -- one place to the right of where you're rounding. Five or higher rounds up; four or lower rounds down.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45,500 to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nearest thousand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46,000 -- the hundreds digit is exactly 5, and halfway always rounds up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73352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4.01.05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Rounding 5-Digit Numbers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1: Numbers to 1,000,000 · U3 Apply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MA.4.NSO.1.3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a 5-digit number to the nearest 10, 100, 1,000, or 10,000; use a number line to find the closer round neighbor; and explain when to round up, when to round down, and why halfway rounds up.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“When we don't need the exact number, how do we pick a good round one? The rule is built right into place value.”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Warm-Up: 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each: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73 to the nearest 10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248 to the nearest 100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850 to the nearest 100 (watch out!)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51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which one felt like a judgment call, and why?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97280" y="379476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79476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three answers + the tricky one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About 24,000 Fans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 · Real World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Saturday's game brought exactly 23,847 fans. The paper's headline says "about 24,000 fans came on Saturday." How did the reporter pick 24,000 instead of 23,000 or 23,800?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20040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004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 · 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23,847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Where Does 23,847 Land?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57400"/>
            <a:ext cx="731520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20240"/>
            <a:ext cx="0" cy="27432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128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23000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0" cy="27432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22128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23500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0" y="1920240"/>
            <a:ext cx="0" cy="27432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22128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24000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28078" y="197510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1734" y="1536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D8F"/>
                </a:solidFill>
              </a:rPr>
              <a:t>23,847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2618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Rounding 23,847 to the nearest 1,000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832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23,847 sits past the halfway mark (23,500) -- closer to 24,000. So rounded to the nearest thousand, 23,847 rounds UP to 24,000.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The Rule in One Table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41A"/>
                </a:solidFill>
              </a:rPr>
              <a:t>Round 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960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41A"/>
                </a:solidFill>
              </a:rPr>
              <a:t>Decider digit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41A"/>
                </a:solidFill>
              </a:rPr>
              <a:t>Answer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716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nearest 10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13716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A"/>
                </a:solidFill>
              </a:rPr>
              <a:t>Ones: 7 -&gt; round 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13716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23,850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084832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0848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nearest 100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208483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A"/>
                </a:solidFill>
              </a:rPr>
              <a:t>Tens: 4 -&gt; round DOWN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0" y="208483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23,800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798064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79806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nearest 1,000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279806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A"/>
                </a:solidFill>
              </a:rPr>
              <a:t>Hundreds: 8 -&gt; round 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279806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24,000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511296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112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nearest 10,000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468880" y="351129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A"/>
                </a:solidFill>
              </a:rPr>
              <a:t>Thousands: 3 -&gt; round DOWN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0" y="351129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Decider Digit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decider digit is always ONE PLACE to the right of the place you're rounding to. 5 or higher: round up. 4 or lower: round down.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1691640"/>
          </a:xfrm>
          <a:prstGeom prst="roundRect">
            <a:avLst>
              <a:gd name="adj" fmla="val 5405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06040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 you decide up or down, every digit to the RIGHT of the rounding place becomes 0. At exactly halfway (decider = 5), mathematicians agreed on a convention: round UP, every time.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109728" cy="1600200"/>
          </a:xfrm>
          <a:prstGeom prst="rect">
            <a:avLst/>
          </a:prstGeom>
          <a:solidFill>
            <a:srgbClr val="C43B6B"/>
          </a:solidFill>
          <a:ln w="12700">
            <a:solidFill>
              <a:srgbClr val="C43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round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To replace a number with the nearest "round number" -- one that ends in zeros, like 30, 400, or 5,000.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109728" cy="1600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nearest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closest round number -- the one a smaller distance away on the number line.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97480"/>
            <a:ext cx="109728" cy="160020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halfway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point exactly between two round neighbors. When a number lands on or past halfway, round UP.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697480"/>
            <a:ext cx="109728" cy="1600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estimate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3200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number close to the exact answer. Rounding is one way to make a good estimate.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47,329 Four Ways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47,329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48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6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47,330  -&gt;  47,300  -&gt;  47,000  -&gt;  50,000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1325880"/>
          </a:xfrm>
          <a:prstGeom prst="roundRect">
            <a:avLst>
              <a:gd name="adj" fmla="val 6897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99232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Nearest 10: decider is ones (9) -&gt; up. Nearest 100: decider is tens (2) -&gt; down. Nearest 1,000: decider is hundreds (3) -&gt; down. Nearest 10,000: decider is thousands (7) -&gt; up.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Find Marcus's Mistake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44752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Marcus rounded 62,837 to the nearest 1,000 and wrote: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"63,000 -- I looked at the LAST digit (7) and rounded up."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Marcus got lucky. The real decider is the HUNDREDS digit (8), not the ones digit. Test his shortcut on 62,437: ones=7 says 'round up' (wrong!) -- but hundreds=4 correctly rounds DOWN to 62,000.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29768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does Marcus's shortcut work here?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Your Turn: Round 31,478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Students Try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630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31,478 to the nearest 1,000. Which digit is the decider, and which way does it point?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10896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0896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+ the decider digit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 Comes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 rounded 5-digit numbers using the decider-digit rule and the halfway convention. Next lesson, the same rule keeps working -- but for 6-digit numbers, all the way out to the nearest 100,000.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84,562 to the nearest 1,000. What is the decider digit?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 (ones)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108960" y="210312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 (hundreds)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577840" y="210312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 (tens)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decider digit + the rounded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84,562 to the nearest 1,000. What is the decider digit?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 (ones)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108960" y="210312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 (hundreds)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577840" y="210312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 (tens)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The decider is always one place right of the rounding place. Rounding to thousands means the decider is hundreds: 5 -- exactly halfway, so it rounds UP to 85,000.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decider digit + the rounded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decider digit always sits exactly one place to the right of wherever I'm rounding -- if I'm rounding to thousands, I check hundreds, not ones.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my rounding by drawing a quick number line after using the digit rule. If both methods land on the same neighbor, I trust my answer.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two round neighbors like two magnets pulling on the number -- whichever magnet is closer wins, and halfway is the exact tug-of-war point.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Here is the precise way to say it: when a number falls exactly halfway between two round neighbors, the mathematical convention is to round up, every single time.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matches your thinking -- Atlas or Felix?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 for Lesson 4.01.05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Find a real 5-digit number (price, distance, attendance) and round it to the nearest 1,000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Next class: round 6-digit numbers using the same decider-digit rule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4.01.05 Rounding 5-Digit Numbers — Teacher Slides</dc:title>
  <dc:subject>PptxGenJS Presentation</dc:subject>
  <dc:creator>PptxGenJS</dc:creator>
  <cp:lastModifiedBy>PptxGenJS</cp:lastModifiedBy>
  <cp:revision>1</cp:revision>
  <dcterms:created xsi:type="dcterms:W3CDTF">2026-07-13T19:03:40Z</dcterms:created>
  <dcterms:modified xsi:type="dcterms:W3CDTF">2026-07-13T19:03:40Z</dcterms:modified>
</cp:coreProperties>
</file>