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silent think time before a thumbs vote (true/false/not sure). Many students will vote TRUE because 3 'looks like' a thousands digit. That's the exact misconception today's lesson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silent think time before a thumbs vote (true/false/not sure). Many students will vote TRUE because 3 'looks like' a thousands digit. That's the exact misconception today's lesson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the place tells the value, not the digit's size or position 'feel.' Cousin: most students will now correctly reason through the 8 using the same rule — confirm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the place tells the value, not the digit's size or position 'feel.' Cousin: most students will now correctly reason through the 8 using the same rule — confirm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Welcome students to Unit 1. Note this is the first lesson of 4th grade math -- last year's place-value chart is about to get one column longer.
Transition: "Let's see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statement aloud. Point out this is the SAME rule as last year (each place is 10x the one before) -- only the chart got longer.
Transition: "Let's warm up with a place value you already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4 = 4,000 (thousands place) and 2 hundreds. This is last year's chart -- four columns, no new place yet.
Common error: confusing digit value with digit count (saying '4 ones' instead of '4 thousands').
Transition: "Now let's meet a number too big for that four-column chart."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Let students react to a number bigger than 9,999. Don't correct yet -- just collect first instincts.
Transition: "Let's look closer before we build anything."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'there's a comma' or 'it has 5 digits.' Expect wonders like 'is there a new place value?'
Transition: "Let's build it with discs and find 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Place discs column by column, left to right, saying each value aloud: '2 ten-thousands is 20,000...'
Common error: students start with ones instead of the largest place.
Transition: "Let's draw the same thing as a chart."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The chart shows the same 27,438 without discs -- just digit values in colored columns. Same number, different picture.
Transition: "Now let's write it the abstract way -- with numbers and symbols only."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All three forms represent the same value -- only the notation changes.
Transition: "Let's meet today's vocabulary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Flip through each term. Emphasize 'ten thousands' is genuinely new -- the other three terms are familiar ideas applied to a bigger number.
Transition: "Let's work an example together, including a tricky zero."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Build 53,206 column by column. Pause at tens: 'zero discs -- but we don't skip the column.'
Common error: skipping the empty column entirely and writing 5,326.
Transition: "Now let's be the teacher and find someone else's mistake."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Alex counted the 8 as if it were a 4-digit number. Always check how many digits are in the WHOLE number before naming a digit's place.
Transition: "Your turn -- place the digits for a trickier number."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Expect: thousands and tens are both zero. Cold-call for the reasoning, not just the answer.
Anticipated error: placing digits in the order they're said rather than matching each digit to its place.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the chart keeps growing by the same rule. Ask: 'Is there a limit to how big a number can get?'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is the exact misconception from today's Number Talk. Check that students count digits/places, not just read the digit's face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is the exact misconception from today's Number Talk. Check that students count digits/places, not just read the digit's face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4.01.01 · Place Value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34,516,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is worth 3,000.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"3 looks like a thousands digit 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what it would mean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4-digit number."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34,516 has 5 digits, so the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leftmost digit sits in the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ten-thousands place: 3 = 30,000.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a number gets one digit longer,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digit's value depends on which place it occupies — not on the digit itself. Always count places from the left, especially as numbers grow longer.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82,004,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 is worth 80,000.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— 82,004 has 5 digits, so the 8 sits in the ten-thousands place, worth 80,000.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to 100,000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U1 Anchor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MA.4.NSO.1.1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and write five-digit numbers in standard form, expanded form, and word form -- and explain the value of each digit, including why a zero is not the same as no digit.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same pattern that built thousands keeps going. Each new place is ten times the one before it.”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4,219 on your place-value mat (thousands, hundreds, tens, ones -- no ten-thousands yet).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the value of the 4 in 4,219?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How many hundreds are in 4,219?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 to both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Championship Crowd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scoreboard at a high school championship game reads 27,438 fans. That's more people than any four-digit number could hold.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would you build this number?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27,438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 27,438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572768" cy="26974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1572768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3544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9576" y="198424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75688" y="1417320"/>
            <a:ext cx="1572768" cy="26974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1417320"/>
            <a:ext cx="1572768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14173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9424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5456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225856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9504" y="225856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749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85616" y="1417320"/>
            <a:ext cx="1572768" cy="26974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1417320"/>
            <a:ext cx="157276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14173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87368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3749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95544" y="1417320"/>
            <a:ext cx="1572768" cy="26974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95544" y="1417320"/>
            <a:ext cx="1572768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14173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25312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7376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5544" y="3749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05472" y="1417320"/>
            <a:ext cx="1572768" cy="26974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417320"/>
            <a:ext cx="1572768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05472" y="14173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79208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9127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7304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03336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91272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47304" y="22585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05472" y="3749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Five columns now -- ten-thousands is new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2 ten-thousands + 7 thousands + 4 hundreds + 3 tens + 8 ones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See It as a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148840" y="1097280"/>
            <a:ext cx="155448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627632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62763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554480" cy="50292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627632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62763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5532120" y="1097280"/>
            <a:ext cx="1554480" cy="50292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1627632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62763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7223760" y="1097280"/>
            <a:ext cx="155448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1627632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627632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004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left to right: twenty-seven thousand, four hundred thirty-eight.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Write It Three 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form:  27,438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form:  20,000 + 7,000 + 400 + 30 + 8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7355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form:  twenty-seven thousand, four hundred thirty-eight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ten thousands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place to the left of thousands. One ten-thousand is worth 10,000.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standard 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usual way to write a number using digits, like 27,438.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expanded 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written as the sum of the value of each digit: 20,000 + 7,000 + 400 + 30 + 8.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word 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written using words: twenty-seven thousand, four hundred thirty-eight.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53,206 and the Zero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572768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1572768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07592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3624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75688" y="1371600"/>
            <a:ext cx="1572768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5688" y="1371600"/>
            <a:ext cx="1572768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13716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05456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75688" y="29718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85616" y="1371600"/>
            <a:ext cx="1572768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85616" y="1371600"/>
            <a:ext cx="1572768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13716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29718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95544" y="1371600"/>
            <a:ext cx="1572768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95544" y="1371600"/>
            <a:ext cx="1572768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13716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95544" y="29718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05472" y="1371600"/>
            <a:ext cx="1572768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1371600"/>
            <a:ext cx="1572768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13716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79208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91272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7304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3336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91272" y="22128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05472" y="29718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5935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tens column -- it's empty, but we still write the 0. Drop it and 53,206 becomes 5,326, a different number entirely.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Alex's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was asked to write 80,500 in expanded form: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"80,500 = 8 thousands + 5 hundreds"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80,500 has 5 digits. The 8 is in the ten-thousands place, worth 80,000 -- not 8,000. Correct expanded form: 80,000 + 500.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29768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2976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did Alex miscount?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Place the Digits for 70,406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70,406 aloud, then decide: which two places are zero, and what job is each zero doing?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08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two zero places + why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stretched the chart one column to the left and met ten thousands. Next lesson, the same pattern keeps going -- you'll add the hundred-thousands place and meet numbers up to 1,000,000.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34,516, what is the value of the 3?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knew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34,516, what is the value of the 3?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30,000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34,516 has 5 digits, so the 3 sits in the ten-thousands place: 3 x 10,000 = 30,000.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knew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 a number gets one digit longer, every digit's place shifts -- the digit that used to be worth 'thousands' can suddenly be worth 'ten thousands' once there's a fifth digit.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counting digits first: 34,516 has 5 digits, so I count places from the left -- ten-thousands, thousands, hundreds, tens, ones -- before I say what any digit is worth.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place-value chart stretching one more column to the left, like adding one more room onto a house. The old rooms don't change size -- there's just a new one.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Here is the precise way to say it: a digit's value equals the digit times its place value. The place -- not the digit itself -- decides how much it's worth.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matches your thinking -- Atlas, Felix, Hazel, or Cora?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Find a 5-digit number in real life (population, price, distance) and write it in expanded 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we add one more column and meet numbers up to 1,000,000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4.01.01 Numbers to 100,000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